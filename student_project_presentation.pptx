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34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Marks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Excel Dashboard and Teacher Insights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Executive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• </a:t>
            </a:r>
            <a:r>
              <a:rPr lang="en-IN" dirty="0" smtClean="0"/>
              <a:t>Total Students :50</a:t>
            </a:r>
            <a:endParaRPr dirty="0" smtClean="0"/>
          </a:p>
          <a:p>
            <a:r>
              <a:rPr dirty="0" smtClean="0"/>
              <a:t>• </a:t>
            </a:r>
            <a:r>
              <a:rPr lang="en-IN" dirty="0" smtClean="0"/>
              <a:t>Pass Rate :100%</a:t>
            </a:r>
            <a:endParaRPr dirty="0" smtClean="0"/>
          </a:p>
          <a:p>
            <a:r>
              <a:rPr dirty="0" smtClean="0"/>
              <a:t>• </a:t>
            </a:r>
            <a:r>
              <a:rPr lang="en-IN" dirty="0" smtClean="0"/>
              <a:t>Class Topper :Student7 (92.4%)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Grade Distribution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A+ :1student</a:t>
            </a:r>
          </a:p>
          <a:p>
            <a:r>
              <a:rPr lang="en-IN" dirty="0" smtClean="0"/>
              <a:t>A :20 students</a:t>
            </a:r>
          </a:p>
          <a:p>
            <a:r>
              <a:rPr lang="en-IN" dirty="0" smtClean="0"/>
              <a:t>B :27 students</a:t>
            </a:r>
          </a:p>
          <a:p>
            <a:r>
              <a:rPr lang="en-IN" smtClean="0"/>
              <a:t>C :2students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71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86" y="1223023"/>
            <a:ext cx="8088922" cy="4464545"/>
          </a:xfrm>
        </p:spPr>
      </p:pic>
    </p:spTree>
    <p:extLst>
      <p:ext uri="{BB962C8B-B14F-4D97-AF65-F5344CB8AC3E}">
        <p14:creationId xmlns:p14="http://schemas.microsoft.com/office/powerpoint/2010/main" val="114165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Individual </a:t>
            </a:r>
            <a:r>
              <a:rPr lang="en-IN" dirty="0"/>
              <a:t>S</a:t>
            </a:r>
            <a:r>
              <a:rPr lang="en-IN" dirty="0" smtClean="0"/>
              <a:t>ubject Toppers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70538" y="1442324"/>
            <a:ext cx="728003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English: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Student 33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97 Marks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Maths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Student 7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99 Marks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Science: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Student 17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97 Marks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Social: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Student 21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95 Marks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Computer: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Student 9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100 Marks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3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Maths</a:t>
            </a:r>
            <a:r>
              <a:rPr dirty="0"/>
              <a:t> and Computer are strongest subjects</a:t>
            </a:r>
          </a:p>
          <a:p>
            <a:r>
              <a:rPr dirty="0"/>
              <a:t>• Some students require extra academic support</a:t>
            </a:r>
          </a:p>
          <a:p>
            <a:r>
              <a:rPr dirty="0"/>
              <a:t>• Balanced overall </a:t>
            </a:r>
            <a:r>
              <a:rPr dirty="0" smtClean="0"/>
              <a:t>performance</a:t>
            </a:r>
            <a:endParaRPr lang="en-IN" dirty="0" smtClean="0"/>
          </a:p>
          <a:p>
            <a:r>
              <a:rPr lang="en-IN" dirty="0" smtClean="0"/>
              <a:t>Zero failures across all subjects.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suitable for </a:t>
            </a:r>
            <a:r>
              <a:rPr lang="en-IN" dirty="0" smtClean="0"/>
              <a:t>students mark analysis </a:t>
            </a:r>
            <a:r>
              <a:rPr dirty="0" smtClean="0"/>
              <a:t>and </a:t>
            </a:r>
            <a:r>
              <a:rPr dirty="0"/>
              <a:t>academic submission.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128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Google Sans</vt:lpstr>
      <vt:lpstr>Office Theme</vt:lpstr>
      <vt:lpstr>Student Marks Analysis</vt:lpstr>
      <vt:lpstr>Executive Summary</vt:lpstr>
      <vt:lpstr>Grade Distribution</vt:lpstr>
      <vt:lpstr>PowerPoint Presentation</vt:lpstr>
      <vt:lpstr>Individual Subject Toppers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Marks Analysis</dc:title>
  <dc:subject/>
  <dc:creator/>
  <cp:keywords/>
  <dc:description>generated using python-pptx</dc:description>
  <cp:lastModifiedBy>HP Laptops</cp:lastModifiedBy>
  <cp:revision>6</cp:revision>
  <dcterms:created xsi:type="dcterms:W3CDTF">2013-01-27T09:14:16Z</dcterms:created>
  <dcterms:modified xsi:type="dcterms:W3CDTF">2026-05-10T17:57:01Z</dcterms:modified>
  <cp:category/>
</cp:coreProperties>
</file>